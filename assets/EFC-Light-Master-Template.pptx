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d8dede10604bfa" /><Relationship Type="http://schemas.openxmlformats.org/officeDocument/2006/relationships/extended-properties" Target="/docProps/app.xml" Id="Rfe7f11fc4b484dee" /><Relationship Type="http://schemas.openxmlformats.org/officeDocument/2006/relationships/officeDocument" Target="/ppt/presentation.xml" Id="R2475ce45fbae4879" /></Relationships>
</file>

<file path=ppt/presentation.xml><?xml version="1.0" encoding="utf-8"?>
<p:presentation xmlns:p="http://schemas.openxmlformats.org/presentationml/2006/main">
  <p:sldMasterIdLst>
    <p:sldMasterId xmlns:r="http://schemas.openxmlformats.org/officeDocument/2006/relationships" id="2147483648" r:id="Rb73019ce4ed44a32"/>
  </p:sldMasterIdLst>
  <p:notesMasterIdLst>
    <p:notesMasterId xmlns:r="http://schemas.openxmlformats.org/officeDocument/2006/relationships" r:id="R9b35670dd5ed4a7d"/>
  </p:notesMasterIdLst>
  <p:sldIdLst>
    <p:sldId xmlns:r="http://schemas.openxmlformats.org/officeDocument/2006/relationships" id="256" r:id="Rbcea0f70a80e40ef"/>
    <p:sldId xmlns:r="http://schemas.openxmlformats.org/officeDocument/2006/relationships" id="257" r:id="R81253bf96ab74d59"/>
    <p:sldId xmlns:r="http://schemas.openxmlformats.org/officeDocument/2006/relationships" id="258" r:id="R7e8f76f96b424820"/>
    <p:sldId xmlns:r="http://schemas.openxmlformats.org/officeDocument/2006/relationships" id="259" r:id="Rc846673de9dc4f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b36170c1a14b82" /><Relationship Type="http://schemas.openxmlformats.org/officeDocument/2006/relationships/slideMaster" Target="/ppt/slideMasters/slideMaster1.xml" Id="Rb73019ce4ed44a32" /><Relationship Type="http://schemas.openxmlformats.org/officeDocument/2006/relationships/notesMaster" Target="/ppt/notesMasters/notesMaster1.xml" Id="R9b35670dd5ed4a7d" /><Relationship Type="http://schemas.openxmlformats.org/officeDocument/2006/relationships/presProps" Target="/ppt/presProps.xml" Id="R2129192008af42e0" /><Relationship Type="http://schemas.openxmlformats.org/officeDocument/2006/relationships/tableStyles" Target="/ppt/tableStyles.xml" Id="R53740d46dbc048da" /><Relationship Type="http://schemas.openxmlformats.org/officeDocument/2006/relationships/slide" Target="/ppt/slides/slide1.xml" Id="Rbcea0f70a80e40ef" /><Relationship Type="http://schemas.openxmlformats.org/officeDocument/2006/relationships/slide" Target="/ppt/slides/slide2.xml" Id="R81253bf96ab74d59" /><Relationship Type="http://schemas.openxmlformats.org/officeDocument/2006/relationships/slide" Target="/ppt/slides/slide3.xml" Id="R7e8f76f96b424820" /><Relationship Type="http://schemas.openxmlformats.org/officeDocument/2006/relationships/slide" Target="/ppt/slides/slide4.xml" Id="Rc846673de9dc4f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fe46e0862c4d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EFC">
  <a:themeElements>
    <a:clrScheme name="EFC Light">
      <a:dk1>
        <a:srgbClr val="141414"/>
      </a:dk1>
      <a:lt1>
        <a:srgbClr val="FFFFFF"/>
      </a:lt1>
      <a:dk2>
        <a:srgbClr val="143D5C"/>
      </a:dk2>
      <a:lt2>
        <a:srgbClr val="BCD6E3"/>
      </a:lt2>
      <a:accent1>
        <a:srgbClr val="143D5C"/>
      </a:accent1>
      <a:accent2>
        <a:srgbClr val="F05929"/>
      </a:accent2>
      <a:accent3>
        <a:srgbClr val="BCD6E3"/>
      </a:accent3>
      <a:accent4>
        <a:srgbClr val="141414"/>
      </a:accent4>
      <a:accent5>
        <a:srgbClr val="143D5C"/>
      </a:accent5>
      <a:accent6>
        <a:srgbClr val="BCD6E3"/>
      </a:accent6>
      <a:hlink>
        <a:srgbClr val="143D5C"/>
      </a:hlink>
      <a:folHlink>
        <a:srgbClr val="F05929"/>
      </a:folHlink>
    </a:clrScheme>
    <a:fontScheme name="">
      <a:majorFont>
        <a:latin typeface="DM Sans"/>
        <a:ea typeface=""/>
        <a:cs typeface=""/>
      </a:majorFont>
      <a:minorFont>
        <a:latin typeface="DM Sans"/>
        <a:ea typeface=""/>
        <a:cs typeface=""/>
      </a:minorFont>
    </a:fontScheme>
    <a:fmtScheme name="EFC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2aca17cb764b0f" /><Relationship Type="http://schemas.openxmlformats.org/officeDocument/2006/relationships/notesMaster" Target="/ppt/notesMasters/notesMaster1.xml" Id="R82390b8552074c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505d3c9e67492b" /><Relationship Type="http://schemas.openxmlformats.org/officeDocument/2006/relationships/notesMaster" Target="/ppt/notesMasters/notesMaster1.xml" Id="Rc8e77108adac4b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c3d403f90c4ac3" /><Relationship Type="http://schemas.openxmlformats.org/officeDocument/2006/relationships/notesMaster" Target="/ppt/notesMasters/notesMaster1.xml" Id="R2f380a71c74747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349f07d58645b0" /><Relationship Type="http://schemas.openxmlformats.org/officeDocument/2006/relationships/notesMaster" Target="/ppt/notesMasters/notesMaster1.xml" Id="R8b4daa81586945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a copy of this presentation before editing. Replace the prompts with your presentation title, meeting name, presenter and date. Duplicate the appropriate slide for additional pages. Use Layout to select another EFC layout. The EFC logo is part of the theme. Keep it in place. Use DM Sans throughout. Use the Light or Dark template consistently for one presentation.</a:t>
            </a:r>
          </a:p>
          <a:p xmlns:a="http://schemas.openxmlformats.org/drawingml/2006/main">
            <a:r>
              <a:t/>
            </a:r>
          </a:p>
          <a:p xmlns:a="http://schemas.openxmlformats.org/drawingml/2006/main">
            <a:r>
              <a:t>Brand source: https://holaigaijql.github.io/EFC-Brand-Kit/EFC_Brand_Kit_Final_Draft.html</a:t>
            </a:r>
          </a:p>
          <a:p xmlns:a="http://schemas.openxmlformats.org/drawingml/2006/main">
            <a:r>
              <a:t>Visual reference: https://www.canva.com/design/DAHUfLxuX98/FTVUUh_t0TKSIGUSmDMKvg/edit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layout for a section or speaker transition. Replace the section number, title and optional short introduction. Delete optional text when it is not needed.</a:t>
            </a:r>
          </a:p>
          <a:p xmlns:a="http://schemas.openxmlformats.org/drawingml/2006/main">
            <a:r>
              <a:t/>
            </a:r>
          </a:p>
          <a:p xmlns:a="http://schemas.openxmlformats.org/drawingml/2006/main">
            <a:r>
              <a:t>Brand source: https://holaigaijql.github.io/EFC-Brand-Kit/EFC_Brand_Kit_Final_Draft.html</a:t>
            </a:r>
          </a:p>
          <a:p xmlns:a="http://schemas.openxmlformats.org/drawingml/2006/main">
            <a:r>
              <a:t>Visual reference: https://www.canva.com/design/DAHUfLxuX98/FTVUUh_t0TKSIGUSmDMKvg/edit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layout for an update, summary or discussion. Replace the title and body prompts. Keep each page focused on one message. The wide content area also accommodates a chart, table or image. Keep content above the logo protection area. Recommended body size: 21 pt. Remove the optional source note if it is not needed.</a:t>
            </a:r>
          </a:p>
          <a:p xmlns:a="http://schemas.openxmlformats.org/drawingml/2006/main">
            <a:r>
              <a:t/>
            </a:r>
          </a:p>
          <a:p xmlns:a="http://schemas.openxmlformats.org/drawingml/2006/main">
            <a:r>
              <a:t>Brand source: https://holaigaijql.github.io/EFC-Brand-Kit/EFC_Brand_Kit_Final_Draft.html</a:t>
            </a:r>
          </a:p>
          <a:p xmlns:a="http://schemas.openxmlformats.org/drawingml/2006/main">
            <a:r>
              <a:t>Visual reference: https://www.canva.com/design/DAHUfLxuX98/FTVUUh_t0TKSIGUSmDMKvg/edit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layout for comparisons, updates or a message beside evidence. Replace each column heading and body. To use a chart, table or image, delete the prompt in that column and insert your content in the same space. Use the EFC theme colors for charts. Avoid adding invented example data. Remove the optional source note if it is not needed.</a:t>
            </a:r>
          </a:p>
          <a:p xmlns:a="http://schemas.openxmlformats.org/drawingml/2006/main">
            <a:r>
              <a:t/>
            </a:r>
          </a:p>
          <a:p xmlns:a="http://schemas.openxmlformats.org/drawingml/2006/main">
            <a:r>
              <a:t>Brand source: https://holaigaijql.github.io/EFC-Brand-Kit/EFC_Brand_Kit_Final_Draft.html</a:t>
            </a:r>
          </a:p>
          <a:p xmlns:a="http://schemas.openxmlformats.org/drawingml/2006/main">
            <a:r>
              <a:t>Visual reference: https://www.canva.com/design/DAHUfLxuX98/FTVUUh_t0TKSIGUSmDMKvg/edit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51d01ec99c40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1abc9ccc7648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1931ad23da4ab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84ba773ca242e4" /></Relationships>
</file>

<file path=ppt/slideLayouts/slideLayout1.xml><?xml version="1.0" encoding="utf-8"?>
<p:sldLayout xmlns:p="http://schemas.openxmlformats.org/presentationml/2006/main">
  <p:cSld name="EFC Light 01 Cover">
    <p:spTree>
      <p:nvGrpSpPr>
        <p:cNvPr id="1" name=""/>
        <p:cNvGrpSpPr/>
        <p:nvPr/>
      </p:nvGrpSpPr>
      <p:grpSpPr>
        <a:xfrm xmlns:a="http://schemas.openxmlformats.org/drawingml/2006/main"/>
      </p:grpSpPr>
      <p:sp>
        <p:nvSpPr>
          <p:cNvPr id="5" name="Presentation title">
            <a:extLst xmlns:a="http://schemas.openxmlformats.org/drawingml/2006/main">
              <a:ext uri="{FF2B5EF4-FFF2-40B4-BE49-F238E27FC236}">
                <a16:creationId xmlns:a16="http://schemas.microsoft.com/office/drawing/2014/main" id="{4C83344A-01A5-4546-B414-BF2B09C297C0}"/>
              </a:ext>
            </a:extLst>
          </p:cNvPr>
          <p:cNvSpPr>
            <a:spLocks xmlns:a="http://schemas.openxmlformats.org/drawingml/2006/main" noGrp="1"/>
          </p:cNvSpPr>
          <p:nvPr>
            <p:ph type="title" idx="0"/>
          </p:nvPr>
        </p:nvSpPr>
        <p:spPr>
          <a:xfrm xmlns:a="http://schemas.openxmlformats.org/drawingml/2006/main">
            <a:off x="685800" y="17907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43D5C"/>
                </a:solidFill>
                <a:latin typeface="DM Sans"/>
                <a:ea typeface="DM Sans"/>
                <a:cs typeface="DM Sans"/>
              </a:defRPr>
            </a:pPr>
            <a:r>
              <a:rPr sz="5700" b="1">
                <a:solidFill>
                  <a:srgbClr val="143D5C"/>
                </a:solidFill>
                <a:latin typeface="DM Sans"/>
                <a:ea typeface="DM Sans"/>
                <a:cs typeface="DM Sans"/>
              </a:rPr>
              <a:t>Presentation</a:t>
            </a:r>
          </a:p>
          <a:p xmlns:a="http://schemas.openxmlformats.org/drawingml/2006/main">
            <a:pPr algn="l">
              <a:defRPr sz="5700" b="1">
                <a:solidFill>
                  <a:srgbClr val="143D5C"/>
                </a:solidFill>
                <a:latin typeface="DM Sans"/>
                <a:ea typeface="DM Sans"/>
                <a:cs typeface="DM Sans"/>
              </a:defRPr>
            </a:pPr>
            <a:r>
              <a:rPr sz="5700" b="1">
                <a:solidFill>
                  <a:srgbClr val="143D5C"/>
                </a:solidFill>
                <a:latin typeface="DM Sans"/>
                <a:ea typeface="DM Sans"/>
                <a:cs typeface="DM Sans"/>
              </a:rPr>
              <a:t>title</a:t>
            </a:r>
          </a:p>
        </p:txBody>
      </p:sp>
      <p:sp>
        <p:nvSpPr>
          <p:cNvPr id="2" name="Meeting or subtitle">
            <a:extLst xmlns:a="http://schemas.openxmlformats.org/drawingml/2006/main">
              <a:ext uri="{FF2B5EF4-FFF2-40B4-BE49-F238E27FC236}">
                <a16:creationId xmlns:a16="http://schemas.microsoft.com/office/drawing/2014/main" id="{092937C0-9090-4DB2-8103-DC9C3C8C63EB}"/>
              </a:ext>
            </a:extLst>
          </p:cNvPr>
          <p:cNvSpPr>
            <a:spLocks xmlns:a="http://schemas.openxmlformats.org/drawingml/2006/main" noGrp="1"/>
          </p:cNvSpPr>
          <p:nvPr>
            <p:ph type="subTitle" idx="1"/>
          </p:nvPr>
        </p:nvSpPr>
        <p:spPr>
          <a:xfrm xmlns:a="http://schemas.openxmlformats.org/drawingml/2006/main">
            <a:off x="723900" y="38481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43D5C"/>
                </a:solidFill>
                <a:latin typeface="DM Sans"/>
                <a:ea typeface="DM Sans"/>
                <a:cs typeface="DM Sans"/>
              </a:defRPr>
            </a:pPr>
            <a:r>
              <a:rPr sz="2250" b="0">
                <a:solidFill>
                  <a:srgbClr val="143D5C"/>
                </a:solidFill>
                <a:latin typeface="DM Sans"/>
                <a:ea typeface="DM Sans"/>
                <a:cs typeface="DM Sans"/>
              </a:rPr>
              <a:t>Meeting name or subtitle</a:t>
            </a:r>
          </a:p>
        </p:txBody>
      </p:sp>
      <p:sp>
        <p:nvSpPr>
          <p:cNvPr id="3" name="Presenter">
            <a:extLst xmlns:a="http://schemas.openxmlformats.org/drawingml/2006/main">
              <a:ext uri="{FF2B5EF4-FFF2-40B4-BE49-F238E27FC236}">
                <a16:creationId xmlns:a16="http://schemas.microsoft.com/office/drawing/2014/main" id="{3859C6E1-E091-4B6F-A9E8-E160785693BD}"/>
              </a:ext>
            </a:extLst>
          </p:cNvPr>
          <p:cNvSpPr>
            <a:spLocks xmlns:a="http://schemas.openxmlformats.org/drawingml/2006/main" noGrp="1"/>
          </p:cNvSpPr>
          <p:nvPr>
            <p:ph type="body" idx="2"/>
          </p:nvPr>
        </p:nvSpPr>
        <p:spPr>
          <a:xfrm xmlns:a="http://schemas.openxmlformats.org/drawingml/2006/main">
            <a:off x="723900" y="5114925"/>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1414"/>
                </a:solidFill>
                <a:latin typeface="DM Sans"/>
                <a:ea typeface="DM Sans"/>
                <a:cs typeface="DM Sans"/>
              </a:defRPr>
            </a:pPr>
            <a:r>
              <a:rPr sz="1725" b="0">
                <a:solidFill>
                  <a:srgbClr val="141414"/>
                </a:solidFill>
                <a:latin typeface="DM Sans"/>
                <a:ea typeface="DM Sans"/>
                <a:cs typeface="DM Sans"/>
              </a:rPr>
              <a:t>Presenter name</a:t>
            </a:r>
          </a:p>
        </p:txBody>
      </p:sp>
      <p:sp>
        <p:nvSpPr>
          <p:cNvPr id="4" name="Date">
            <a:extLst xmlns:a="http://schemas.openxmlformats.org/drawingml/2006/main">
              <a:ext uri="{FF2B5EF4-FFF2-40B4-BE49-F238E27FC236}">
                <a16:creationId xmlns:a16="http://schemas.microsoft.com/office/drawing/2014/main" id="{1B77C213-86DC-42A3-B5A7-132286865CC2}"/>
              </a:ext>
            </a:extLst>
          </p:cNvPr>
          <p:cNvSpPr>
            <a:spLocks xmlns:a="http://schemas.openxmlformats.org/drawingml/2006/main" noGrp="1"/>
          </p:cNvSpPr>
          <p:nvPr>
            <p:ph type="body" idx="3"/>
          </p:nvPr>
        </p:nvSpPr>
        <p:spPr>
          <a:xfrm xmlns:a="http://schemas.openxmlformats.org/drawingml/2006/main">
            <a:off x="723900" y="54959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43D5C"/>
                </a:solidFill>
                <a:latin typeface="DM Sans"/>
                <a:ea typeface="DM Sans"/>
                <a:cs typeface="DM Sans"/>
              </a:defRPr>
            </a:pPr>
            <a:r>
              <a:rPr sz="1575" b="0">
                <a:solidFill>
                  <a:srgbClr val="143D5C"/>
                </a:solidFill>
                <a:latin typeface="DM Sans"/>
                <a:ea typeface="DM Sans"/>
                <a:cs typeface="DM Sans"/>
              </a:rPr>
              <a:t>Date</a:t>
            </a:r>
          </a:p>
        </p:txBody>
      </p:sp>
    </p:spTree>
  </p:cSld>
</p:sldLayout>
</file>

<file path=ppt/slideLayouts/slideLayout2.xml><?xml version="1.0" encoding="utf-8"?>
<p:sldLayout xmlns:p="http://schemas.openxmlformats.org/presentationml/2006/main">
  <p:cSld name="EFC Light 02 Section">
    <p:spTree>
      <p:nvGrpSpPr>
        <p:cNvPr id="1" name=""/>
        <p:cNvGrpSpPr/>
        <p:nvPr/>
      </p:nvGrpSpPr>
      <p:grpSpPr>
        <a:xfrm xmlns:a="http://schemas.openxmlformats.org/drawingml/2006/main"/>
      </p:grpSpPr>
      <p:sp>
        <p:nvSpPr>
          <p:cNvPr id="4" name="Section number">
            <a:extLst xmlns:a="http://schemas.openxmlformats.org/drawingml/2006/main">
              <a:ext uri="{FF2B5EF4-FFF2-40B4-BE49-F238E27FC236}">
                <a16:creationId xmlns:a16="http://schemas.microsoft.com/office/drawing/2014/main" id="{C2BDCB6A-6A34-47AC-BA77-F0F6AB8C81FC}"/>
              </a:ext>
            </a:extLst>
          </p:cNvPr>
          <p:cNvSpPr>
            <a:spLocks xmlns:a="http://schemas.openxmlformats.org/drawingml/2006/main" noGrp="1"/>
          </p:cNvSpPr>
          <p:nvPr>
            <p:ph type="body" idx="1"/>
          </p:nvPr>
        </p:nvSpPr>
        <p:spPr>
          <a:xfrm xmlns:a="http://schemas.openxmlformats.org/drawingml/2006/main">
            <a:off x="685800" y="1619250"/>
            <a:ext cx="142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05929"/>
                </a:solidFill>
                <a:latin typeface="DM Sans"/>
                <a:ea typeface="DM Sans"/>
                <a:cs typeface="DM Sans"/>
              </a:defRPr>
            </a:pPr>
            <a:r>
              <a:rPr sz="5400" b="1">
                <a:solidFill>
                  <a:srgbClr val="F05929"/>
                </a:solidFill>
                <a:latin typeface="DM Sans"/>
                <a:ea typeface="DM Sans"/>
                <a:cs typeface="DM Sans"/>
              </a:rPr>
              <a:t>01</a:t>
            </a:r>
          </a:p>
        </p:txBody>
      </p:sp>
      <p:sp>
        <p:nvSpPr>
          <p:cNvPr id="2" name="Section title">
            <a:extLst xmlns:a="http://schemas.openxmlformats.org/drawingml/2006/main">
              <a:ext uri="{FF2B5EF4-FFF2-40B4-BE49-F238E27FC236}">
                <a16:creationId xmlns:a16="http://schemas.microsoft.com/office/drawing/2014/main" id="{73E6915C-CF06-4B60-B51C-72D1DA151DF9}"/>
              </a:ext>
            </a:extLst>
          </p:cNvPr>
          <p:cNvSpPr>
            <a:spLocks xmlns:a="http://schemas.openxmlformats.org/drawingml/2006/main" noGrp="1"/>
          </p:cNvSpPr>
          <p:nvPr>
            <p:ph type="title" idx="0"/>
          </p:nvPr>
        </p:nvSpPr>
        <p:spPr>
          <a:xfrm xmlns:a="http://schemas.openxmlformats.org/drawingml/2006/main">
            <a:off x="685800" y="28384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43D5C"/>
                </a:solidFill>
                <a:latin typeface="DM Sans"/>
                <a:ea typeface="DM Sans"/>
                <a:cs typeface="DM Sans"/>
              </a:defRPr>
            </a:pPr>
            <a:r>
              <a:rPr sz="4800" b="1">
                <a:solidFill>
                  <a:srgbClr val="143D5C"/>
                </a:solidFill>
                <a:latin typeface="DM Sans"/>
                <a:ea typeface="DM Sans"/>
                <a:cs typeface="DM Sans"/>
              </a:rPr>
              <a:t>Section title</a:t>
            </a:r>
          </a:p>
        </p:txBody>
      </p:sp>
      <p:sp>
        <p:nvSpPr>
          <p:cNvPr id="3" name="Section introduction">
            <a:extLst xmlns:a="http://schemas.openxmlformats.org/drawingml/2006/main">
              <a:ext uri="{FF2B5EF4-FFF2-40B4-BE49-F238E27FC236}">
                <a16:creationId xmlns:a16="http://schemas.microsoft.com/office/drawing/2014/main" id="{47D46861-46C8-41D8-8C75-693D50F70E8A}"/>
              </a:ext>
            </a:extLst>
          </p:cNvPr>
          <p:cNvSpPr>
            <a:spLocks xmlns:a="http://schemas.openxmlformats.org/drawingml/2006/main" noGrp="1"/>
          </p:cNvSpPr>
          <p:nvPr>
            <p:ph type="subTitle" idx="2"/>
          </p:nvPr>
        </p:nvSpPr>
        <p:spPr>
          <a:xfrm xmlns:a="http://schemas.openxmlformats.org/drawingml/2006/main">
            <a:off x="723900" y="407670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43D5C"/>
                </a:solidFill>
                <a:latin typeface="DM Sans"/>
                <a:ea typeface="DM Sans"/>
                <a:cs typeface="DM Sans"/>
              </a:defRPr>
            </a:pPr>
            <a:r>
              <a:rPr sz="2250" b="0">
                <a:solidFill>
                  <a:srgbClr val="143D5C"/>
                </a:solidFill>
                <a:latin typeface="DM Sans"/>
                <a:ea typeface="DM Sans"/>
                <a:cs typeface="DM Sans"/>
              </a:rPr>
              <a:t>Optional short introduction</a:t>
            </a:r>
          </a:p>
        </p:txBody>
      </p:sp>
    </p:spTree>
  </p:cSld>
</p:sldLayout>
</file>

<file path=ppt/slideLayouts/slideLayout3.xml><?xml version="1.0" encoding="utf-8"?>
<p:sldLayout xmlns:p="http://schemas.openxmlformats.org/presentationml/2006/main">
  <p:cSld name="EFC Light 03 Title and content">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030C2F06-B7A6-4F40-8122-1127D77535D0}"/>
              </a:ext>
            </a:extLst>
          </p:cNvPr>
          <p:cNvSpPr>
            <a:spLocks xmlns:a="http://schemas.openxmlformats.org/drawingml/2006/main" noGrp="1"/>
          </p:cNvSpPr>
          <p:nvPr>
            <p:ph type="title" idx="0"/>
          </p:nvPr>
        </p:nvSpPr>
        <p:spPr>
          <a:xfrm xmlns:a="http://schemas.openxmlformats.org/drawingml/2006/main">
            <a:off x="685800" y="60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43D5C"/>
                </a:solidFill>
                <a:latin typeface="DM Sans"/>
                <a:ea typeface="DM Sans"/>
                <a:cs typeface="DM Sans"/>
              </a:defRPr>
            </a:pPr>
            <a:r>
              <a:rPr sz="3600" b="1">
                <a:solidFill>
                  <a:srgbClr val="143D5C"/>
                </a:solidFill>
                <a:latin typeface="DM Sans"/>
                <a:ea typeface="DM Sans"/>
                <a:cs typeface="DM Sans"/>
              </a:rPr>
              <a:t>Slide title</a:t>
            </a:r>
          </a:p>
        </p:txBody>
      </p:sp>
      <p:sp>
        <p:nvSpPr>
          <p:cNvPr id="2" name="Main content">
            <a:extLst xmlns:a="http://schemas.openxmlformats.org/drawingml/2006/main">
              <a:ext uri="{FF2B5EF4-FFF2-40B4-BE49-F238E27FC236}">
                <a16:creationId xmlns:a16="http://schemas.microsoft.com/office/drawing/2014/main" id="{999120F3-EDE3-4FC4-9D97-59C9F1B36ED3}"/>
              </a:ext>
            </a:extLst>
          </p:cNvPr>
          <p:cNvSpPr>
            <a:spLocks xmlns:a="http://schemas.openxmlformats.org/drawingml/2006/main" noGrp="1"/>
          </p:cNvSpPr>
          <p:nvPr>
            <p:ph type="body" idx="1"/>
          </p:nvPr>
        </p:nvSpPr>
        <p:spPr>
          <a:xfrm xmlns:a="http://schemas.openxmlformats.org/drawingml/2006/main">
            <a:off x="723900" y="1943100"/>
            <a:ext cx="102870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41414"/>
                </a:solidFill>
                <a:latin typeface="DM Sans"/>
                <a:ea typeface="DM Sans"/>
                <a:cs typeface="DM Sans"/>
              </a:defRPr>
            </a:pPr>
            <a:r>
              <a:rPr sz="2250" b="0">
                <a:solidFill>
                  <a:srgbClr val="141414"/>
                </a:solidFill>
                <a:latin typeface="DM Sans"/>
                <a:ea typeface="DM Sans"/>
                <a:cs typeface="DM Sans"/>
              </a:rPr>
              <a:t>Add your key message</a:t>
            </a:r>
          </a:p>
          <a:p xmlns:a="http://schemas.openxmlformats.org/drawingml/2006/main">
            <a:r>
              <a:t/>
            </a:r>
          </a:p>
          <a:p xmlns:a="http://schemas.openxmlformats.org/drawingml/2006/main">
            <a:pPr algn="l">
              <a:defRPr sz="2250" b="0">
                <a:solidFill>
                  <a:srgbClr val="141414"/>
                </a:solidFill>
                <a:latin typeface="DM Sans"/>
                <a:ea typeface="DM Sans"/>
                <a:cs typeface="DM Sans"/>
              </a:defRPr>
            </a:pPr>
            <a:r>
              <a:rPr sz="2250" b="0">
                <a:solidFill>
                  <a:srgbClr val="141414"/>
                </a:solidFill>
                <a:latin typeface="DM Sans"/>
                <a:ea typeface="DM Sans"/>
                <a:cs typeface="DM Sans"/>
              </a:rPr>
              <a:t>Add supporting information</a:t>
            </a:r>
          </a:p>
          <a:p xmlns:a="http://schemas.openxmlformats.org/drawingml/2006/main">
            <a:r>
              <a:t/>
            </a:r>
          </a:p>
          <a:p xmlns:a="http://schemas.openxmlformats.org/drawingml/2006/main">
            <a:pPr algn="l">
              <a:defRPr sz="2250" b="0">
                <a:solidFill>
                  <a:srgbClr val="141414"/>
                </a:solidFill>
                <a:latin typeface="DM Sans"/>
                <a:ea typeface="DM Sans"/>
                <a:cs typeface="DM Sans"/>
              </a:defRPr>
            </a:pPr>
            <a:r>
              <a:rPr sz="2250" b="0">
                <a:solidFill>
                  <a:srgbClr val="141414"/>
                </a:solidFill>
                <a:latin typeface="DM Sans"/>
                <a:ea typeface="DM Sans"/>
                <a:cs typeface="DM Sans"/>
              </a:rPr>
              <a:t>Add the next step or decision</a:t>
            </a:r>
          </a:p>
        </p:txBody>
      </p:sp>
      <p:sp>
        <p:nvSpPr>
          <p:cNvPr id="3" name="Source or note">
            <a:extLst xmlns:a="http://schemas.openxmlformats.org/drawingml/2006/main">
              <a:ext uri="{FF2B5EF4-FFF2-40B4-BE49-F238E27FC236}">
                <a16:creationId xmlns:a16="http://schemas.microsoft.com/office/drawing/2014/main" id="{F0155F83-C828-4517-A244-9E49CA48AD42}"/>
              </a:ext>
            </a:extLst>
          </p:cNvPr>
          <p:cNvSpPr>
            <a:spLocks xmlns:a="http://schemas.openxmlformats.org/drawingml/2006/main" noGrp="1"/>
          </p:cNvSpPr>
          <p:nvPr>
            <p:ph type="body" idx="2"/>
          </p:nvPr>
        </p:nvSpPr>
        <p:spPr>
          <a:xfrm xmlns:a="http://schemas.openxmlformats.org/drawingml/2006/main">
            <a:off x="723900" y="6038850"/>
            <a:ext cx="800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3D5C"/>
                </a:solidFill>
                <a:latin typeface="DM Sans"/>
                <a:ea typeface="DM Sans"/>
                <a:cs typeface="DM Sans"/>
              </a:defRPr>
            </a:pPr>
            <a:r>
              <a:rPr sz="1350" b="0">
                <a:solidFill>
                  <a:srgbClr val="143D5C"/>
                </a:solidFill>
                <a:latin typeface="DM Sans"/>
                <a:ea typeface="DM Sans"/>
                <a:cs typeface="DM Sans"/>
              </a:rPr>
              <a:t>Source or note (optional)</a:t>
            </a:r>
          </a:p>
        </p:txBody>
      </p:sp>
    </p:spTree>
  </p:cSld>
</p:sldLayout>
</file>

<file path=ppt/slideLayouts/slideLayout4.xml><?xml version="1.0" encoding="utf-8"?>
<p:sldLayout xmlns:p="http://schemas.openxmlformats.org/presentationml/2006/main">
  <p:cSld name="EFC Light 04 Two columns">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FADFCBA0-9125-4B45-A904-CDE21E2D0103}"/>
              </a:ext>
            </a:extLst>
          </p:cNvPr>
          <p:cNvSpPr>
            <a:spLocks xmlns:a="http://schemas.openxmlformats.org/drawingml/2006/main" noGrp="1"/>
          </p:cNvSpPr>
          <p:nvPr>
            <p:ph type="title" idx="0"/>
          </p:nvPr>
        </p:nvSpPr>
        <p:spPr>
          <a:xfrm xmlns:a="http://schemas.openxmlformats.org/drawingml/2006/main">
            <a:off x="685800" y="60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43D5C"/>
                </a:solidFill>
                <a:latin typeface="DM Sans"/>
                <a:ea typeface="DM Sans"/>
                <a:cs typeface="DM Sans"/>
              </a:defRPr>
            </a:pPr>
            <a:r>
              <a:rPr sz="3600" b="1">
                <a:solidFill>
                  <a:srgbClr val="143D5C"/>
                </a:solidFill>
                <a:latin typeface="DM Sans"/>
                <a:ea typeface="DM Sans"/>
                <a:cs typeface="DM Sans"/>
              </a:rPr>
              <a:t>Slide title</a:t>
            </a:r>
          </a:p>
        </p:txBody>
      </p:sp>
      <p:sp>
        <p:nvSpPr>
          <p:cNvPr id="2" name="Left heading">
            <a:extLst xmlns:a="http://schemas.openxmlformats.org/drawingml/2006/main">
              <a:ext uri="{FF2B5EF4-FFF2-40B4-BE49-F238E27FC236}">
                <a16:creationId xmlns:a16="http://schemas.microsoft.com/office/drawing/2014/main" id="{2636027D-CB69-490A-AD08-7D78C1C04F84}"/>
              </a:ext>
            </a:extLst>
          </p:cNvPr>
          <p:cNvSpPr>
            <a:spLocks xmlns:a="http://schemas.openxmlformats.org/drawingml/2006/main" noGrp="1"/>
          </p:cNvSpPr>
          <p:nvPr>
            <p:ph type="body" idx="1"/>
          </p:nvPr>
        </p:nvSpPr>
        <p:spPr>
          <a:xfrm xmlns:a="http://schemas.openxmlformats.org/drawingml/2006/main">
            <a:off x="723900" y="1885950"/>
            <a:ext cx="4838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D5C"/>
                </a:solidFill>
                <a:latin typeface="DM Sans"/>
                <a:ea typeface="DM Sans"/>
                <a:cs typeface="DM Sans"/>
              </a:defRPr>
            </a:pPr>
            <a:r>
              <a:rPr sz="2250" b="1">
                <a:solidFill>
                  <a:srgbClr val="143D5C"/>
                </a:solidFill>
                <a:latin typeface="DM Sans"/>
                <a:ea typeface="DM Sans"/>
                <a:cs typeface="DM Sans"/>
              </a:rPr>
              <a:t>Column heading</a:t>
            </a:r>
          </a:p>
        </p:txBody>
      </p:sp>
      <p:sp>
        <p:nvSpPr>
          <p:cNvPr id="3" name="Left content">
            <a:extLst xmlns:a="http://schemas.openxmlformats.org/drawingml/2006/main">
              <a:ext uri="{FF2B5EF4-FFF2-40B4-BE49-F238E27FC236}">
                <a16:creationId xmlns:a16="http://schemas.microsoft.com/office/drawing/2014/main" id="{ADC10DE0-0D9E-43EA-B66A-6AF29C105C3D}"/>
              </a:ext>
            </a:extLst>
          </p:cNvPr>
          <p:cNvSpPr>
            <a:spLocks xmlns:a="http://schemas.openxmlformats.org/drawingml/2006/main" noGrp="1"/>
          </p:cNvSpPr>
          <p:nvPr>
            <p:ph type="body" idx="2"/>
          </p:nvPr>
        </p:nvSpPr>
        <p:spPr>
          <a:xfrm xmlns:a="http://schemas.openxmlformats.org/drawingml/2006/main">
            <a:off x="723900" y="2571750"/>
            <a:ext cx="48387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1414"/>
                </a:solidFill>
                <a:latin typeface="DM Sans"/>
                <a:ea typeface="DM Sans"/>
                <a:cs typeface="DM Sans"/>
              </a:defRPr>
            </a:pPr>
            <a:r>
              <a:rPr sz="2100" b="0">
                <a:solidFill>
                  <a:srgbClr val="141414"/>
                </a:solidFill>
                <a:latin typeface="DM Sans"/>
                <a:ea typeface="DM Sans"/>
                <a:cs typeface="DM Sans"/>
              </a:rPr>
              <a:t>Add key points or</a:t>
            </a:r>
          </a:p>
          <a:p xmlns:a="http://schemas.openxmlformats.org/drawingml/2006/main">
            <a:pPr algn="l">
              <a:defRPr sz="2100" b="0">
                <a:solidFill>
                  <a:srgbClr val="141414"/>
                </a:solidFill>
                <a:latin typeface="DM Sans"/>
                <a:ea typeface="DM Sans"/>
                <a:cs typeface="DM Sans"/>
              </a:defRPr>
            </a:pPr>
            <a:r>
              <a:rPr sz="2100" b="0">
                <a:solidFill>
                  <a:srgbClr val="141414"/>
                </a:solidFill>
                <a:latin typeface="DM Sans"/>
                <a:ea typeface="DM Sans"/>
                <a:cs typeface="DM Sans"/>
              </a:rPr>
              <a:t>supporting information</a:t>
            </a:r>
          </a:p>
        </p:txBody>
      </p:sp>
      <p:sp>
        <p:nvSpPr>
          <p:cNvPr id="4" name="Right heading">
            <a:extLst xmlns:a="http://schemas.openxmlformats.org/drawingml/2006/main">
              <a:ext uri="{FF2B5EF4-FFF2-40B4-BE49-F238E27FC236}">
                <a16:creationId xmlns:a16="http://schemas.microsoft.com/office/drawing/2014/main" id="{15E5561A-CE9D-4EBA-BF70-B2AD7ED6A400}"/>
              </a:ext>
            </a:extLst>
          </p:cNvPr>
          <p:cNvSpPr>
            <a:spLocks xmlns:a="http://schemas.openxmlformats.org/drawingml/2006/main" noGrp="1"/>
          </p:cNvSpPr>
          <p:nvPr>
            <p:ph type="body" idx="3"/>
          </p:nvPr>
        </p:nvSpPr>
        <p:spPr>
          <a:xfrm xmlns:a="http://schemas.openxmlformats.org/drawingml/2006/main">
            <a:off x="6515100" y="1885950"/>
            <a:ext cx="4914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D5C"/>
                </a:solidFill>
                <a:latin typeface="DM Sans"/>
                <a:ea typeface="DM Sans"/>
                <a:cs typeface="DM Sans"/>
              </a:defRPr>
            </a:pPr>
            <a:r>
              <a:rPr sz="2250" b="1">
                <a:solidFill>
                  <a:srgbClr val="143D5C"/>
                </a:solidFill>
                <a:latin typeface="DM Sans"/>
                <a:ea typeface="DM Sans"/>
                <a:cs typeface="DM Sans"/>
              </a:rPr>
              <a:t>Column heading</a:t>
            </a:r>
          </a:p>
        </p:txBody>
      </p:sp>
      <p:sp>
        <p:nvSpPr>
          <p:cNvPr id="5" name="Right content">
            <a:extLst xmlns:a="http://schemas.openxmlformats.org/drawingml/2006/main">
              <a:ext uri="{FF2B5EF4-FFF2-40B4-BE49-F238E27FC236}">
                <a16:creationId xmlns:a16="http://schemas.microsoft.com/office/drawing/2014/main" id="{833777ED-D61A-4E46-AC4D-86021D4C01B2}"/>
              </a:ext>
            </a:extLst>
          </p:cNvPr>
          <p:cNvSpPr>
            <a:spLocks xmlns:a="http://schemas.openxmlformats.org/drawingml/2006/main" noGrp="1"/>
          </p:cNvSpPr>
          <p:nvPr>
            <p:ph type="body" idx="4"/>
          </p:nvPr>
        </p:nvSpPr>
        <p:spPr>
          <a:xfrm xmlns:a="http://schemas.openxmlformats.org/drawingml/2006/main">
            <a:off x="6515100" y="2571750"/>
            <a:ext cx="49149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1414"/>
                </a:solidFill>
                <a:latin typeface="DM Sans"/>
                <a:ea typeface="DM Sans"/>
                <a:cs typeface="DM Sans"/>
              </a:defRPr>
            </a:pPr>
            <a:r>
              <a:rPr sz="2100" b="0">
                <a:solidFill>
                  <a:srgbClr val="141414"/>
                </a:solidFill>
                <a:latin typeface="DM Sans"/>
                <a:ea typeface="DM Sans"/>
                <a:cs typeface="DM Sans"/>
              </a:rPr>
              <a:t>Add key points, a chart,</a:t>
            </a:r>
          </a:p>
          <a:p xmlns:a="http://schemas.openxmlformats.org/drawingml/2006/main">
            <a:pPr algn="l">
              <a:defRPr sz="2100" b="0">
                <a:solidFill>
                  <a:srgbClr val="141414"/>
                </a:solidFill>
                <a:latin typeface="DM Sans"/>
                <a:ea typeface="DM Sans"/>
                <a:cs typeface="DM Sans"/>
              </a:defRPr>
            </a:pPr>
            <a:r>
              <a:rPr sz="2100" b="0">
                <a:solidFill>
                  <a:srgbClr val="141414"/>
                </a:solidFill>
                <a:latin typeface="DM Sans"/>
                <a:ea typeface="DM Sans"/>
                <a:cs typeface="DM Sans"/>
              </a:rPr>
              <a:t>table or image</a:t>
            </a:r>
          </a:p>
        </p:txBody>
      </p:sp>
      <p:sp>
        <p:nvSpPr>
          <p:cNvPr id="6" name="Source or note">
            <a:extLst xmlns:a="http://schemas.openxmlformats.org/drawingml/2006/main">
              <a:ext uri="{FF2B5EF4-FFF2-40B4-BE49-F238E27FC236}">
                <a16:creationId xmlns:a16="http://schemas.microsoft.com/office/drawing/2014/main" id="{E646228F-DADC-41E6-AF98-A30B039D9852}"/>
              </a:ext>
            </a:extLst>
          </p:cNvPr>
          <p:cNvSpPr>
            <a:spLocks xmlns:a="http://schemas.openxmlformats.org/drawingml/2006/main" noGrp="1"/>
          </p:cNvSpPr>
          <p:nvPr>
            <p:ph type="body" idx="5"/>
          </p:nvPr>
        </p:nvSpPr>
        <p:spPr>
          <a:xfrm xmlns:a="http://schemas.openxmlformats.org/drawingml/2006/main">
            <a:off x="723900" y="6038850"/>
            <a:ext cx="800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3D5C"/>
                </a:solidFill>
                <a:latin typeface="DM Sans"/>
                <a:ea typeface="DM Sans"/>
                <a:cs typeface="DM Sans"/>
              </a:defRPr>
            </a:pPr>
            <a:r>
              <a:rPr sz="1350" b="0">
                <a:solidFill>
                  <a:srgbClr val="143D5C"/>
                </a:solidFill>
                <a:latin typeface="DM Sans"/>
                <a:ea typeface="DM Sans"/>
                <a:cs typeface="DM Sans"/>
              </a:rPr>
              <a:t>Source or note (optional)</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c44c1c6b93d24e1e" /><Relationship Type="http://schemas.openxmlformats.org/officeDocument/2006/relationships/image" Target="/ppt/media/image.png" Id="R8016016903cd41b0" /><Relationship Type="http://schemas.openxmlformats.org/officeDocument/2006/relationships/theme" Target="/ppt/slideMasters/theme/theme2.xml" Id="R738d3b54d3b84990" /><Relationship Type="http://schemas.openxmlformats.org/officeDocument/2006/relationships/slideLayout" Target="/ppt/slideLayouts/slideLayout1.xml" Id="R9c7a5346debf4a14" /><Relationship Type="http://schemas.openxmlformats.org/officeDocument/2006/relationships/slideLayout" Target="/ppt/slideLayouts/slideLayout2.xml" Id="R3f88830924f142f1" /><Relationship Type="http://schemas.openxmlformats.org/officeDocument/2006/relationships/slideLayout" Target="/ppt/slideLayouts/slideLayout3.xml" Id="R34f7f5233a324daa" /><Relationship Type="http://schemas.openxmlformats.org/officeDocument/2006/relationships/slideLayout" Target="/ppt/slideLayouts/slideLayout4.xml" Id="R73d77c408ad542ae" /></Relationships>
</file>

<file path=ppt/slideMasters/slideMaster1.xml><?xml version="1.0" encoding="utf-8"?>
<p:sldMaster xmlns:p="http://schemas.openxmlformats.org/presentationml/2006/main">
  <p:cSld name="EFC Light master">
    <p:bg>
      <p:bgPr>
        <a:blipFill xmlns:a="http://schemas.openxmlformats.org/drawingml/2006/main">
          <a:blip xmlns:r="http://schemas.openxmlformats.org/officeDocument/2006/relationships" r:embed="Rc44c1c6b93d24e1e"/>
          <a:srcRect l="6089" t="0" r="6089" b="0"/>
          <a:stretch>
            <a:fillRect l="0" t="0" r="0" b="0"/>
          </a:stretch>
        </a:blip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016016903cd41b0"/>
          <a:stretch xmlns:a="http://schemas.openxmlformats.org/drawingml/2006/main"/>
        </p:blipFill>
        <p:spPr>
          <a:xfrm xmlns:a="http://schemas.openxmlformats.org/drawingml/2006/main">
            <a:off x="10210800" y="5943600"/>
            <a:ext cx="1219200" cy="44196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7a5346debf4a14"/>
    <p:sldLayoutId xmlns:r="http://schemas.openxmlformats.org/officeDocument/2006/relationships" id="2147483650" r:id="R3f88830924f142f1"/>
    <p:sldLayoutId xmlns:r="http://schemas.openxmlformats.org/officeDocument/2006/relationships" id="2147483651" r:id="R34f7f5233a324daa"/>
    <p:sldLayoutId xmlns:r="http://schemas.openxmlformats.org/officeDocument/2006/relationships" id="2147483652" r:id="R73d77c408ad542ae"/>
  </p:sldLayoutIdLst>
</p:sldMaster>
</file>

<file path=ppt/slideMasters/theme/theme2.xml><?xml version="1.0" encoding="utf-8"?>
<a:theme xmlns:a="http://schemas.openxmlformats.org/drawingml/2006/main" name="EFC">
  <a:themeElements>
    <a:clrScheme name="EFC Light">
      <a:dk1>
        <a:srgbClr val="141414"/>
      </a:dk1>
      <a:lt1>
        <a:srgbClr val="FFFFFF"/>
      </a:lt1>
      <a:dk2>
        <a:srgbClr val="143D5C"/>
      </a:dk2>
      <a:lt2>
        <a:srgbClr val="BCD6E3"/>
      </a:lt2>
      <a:accent1>
        <a:srgbClr val="143D5C"/>
      </a:accent1>
      <a:accent2>
        <a:srgbClr val="F05929"/>
      </a:accent2>
      <a:accent3>
        <a:srgbClr val="BCD6E3"/>
      </a:accent3>
      <a:accent4>
        <a:srgbClr val="141414"/>
      </a:accent4>
      <a:accent5>
        <a:srgbClr val="143D5C"/>
      </a:accent5>
      <a:accent6>
        <a:srgbClr val="BCD6E3"/>
      </a:accent6>
      <a:hlink>
        <a:srgbClr val="143D5C"/>
      </a:hlink>
      <a:folHlink>
        <a:srgbClr val="F05929"/>
      </a:folHlink>
    </a:clrScheme>
    <a:fontScheme name="">
      <a:majorFont>
        <a:latin typeface="DM Sans"/>
        <a:ea typeface=""/>
        <a:cs typeface=""/>
      </a:majorFont>
      <a:minorFont>
        <a:latin typeface="DM Sans"/>
        <a:ea typeface=""/>
        <a:cs typeface=""/>
      </a:minorFont>
    </a:fontScheme>
    <a:fmtScheme name="EFC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a1a02bdf494fc7" /><Relationship Type="http://schemas.openxmlformats.org/officeDocument/2006/relationships/notesSlide" Target="/ppt/notesSlides/notesSlide1.xml" Id="Rdd7bd01c7c8949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6e804fb43c84e4f" /><Relationship Type="http://schemas.openxmlformats.org/officeDocument/2006/relationships/notesSlide" Target="/ppt/notesSlides/notesSlide2.xml" Id="R213e083cdcc046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6757a683f1c847d1" /><Relationship Type="http://schemas.openxmlformats.org/officeDocument/2006/relationships/notesSlide" Target="/ppt/notesSlides/notesSlide3.xml" Id="R79880a2ccfd142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e3e7449aeebe4905" /><Relationship Type="http://schemas.openxmlformats.org/officeDocument/2006/relationships/notesSlide" Target="/ppt/notesSlides/notesSlide4.xml" Id="Raddd3eab9df6421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Presentation title">
            <a:extLst xmlns:a="http://schemas.openxmlformats.org/drawingml/2006/main">
              <a:ext uri="{FF2B5EF4-FFF2-40B4-BE49-F238E27FC236}">
                <a16:creationId xmlns:a16="http://schemas.microsoft.com/office/drawing/2014/main" id="{4C83344A-01A5-4546-B414-BF2B09C297C0}"/>
              </a:ext>
            </a:extLst>
          </p:cNvPr>
          <p:cNvSpPr>
            <a:spLocks xmlns:a="http://schemas.openxmlformats.org/drawingml/2006/main" noGrp="1"/>
          </p:cNvSpPr>
          <p:nvPr>
            <p:ph type="title" idx="0"/>
          </p:nvPr>
        </p:nvSpPr>
        <p:spPr>
          <a:xfrm xmlns:a="http://schemas.openxmlformats.org/drawingml/2006/main">
            <a:off x="685800" y="17907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43D5C"/>
                </a:solidFill>
                <a:latin typeface="DM Sans"/>
                <a:ea typeface="DM Sans"/>
                <a:cs typeface="DM Sans"/>
              </a:defRPr>
            </a:pPr>
            <a:r>
              <a:rPr sz="5700" b="1">
                <a:solidFill>
                  <a:srgbClr val="143D5C"/>
                </a:solidFill>
                <a:latin typeface="DM Sans"/>
                <a:ea typeface="DM Sans"/>
                <a:cs typeface="DM Sans"/>
              </a:rPr>
              <a:t>Presentation</a:t>
            </a:r>
          </a:p>
          <a:p xmlns:a="http://schemas.openxmlformats.org/drawingml/2006/main">
            <a:pPr algn="l">
              <a:defRPr sz="5700" b="1">
                <a:solidFill>
                  <a:srgbClr val="143D5C"/>
                </a:solidFill>
                <a:latin typeface="DM Sans"/>
                <a:ea typeface="DM Sans"/>
                <a:cs typeface="DM Sans"/>
              </a:defRPr>
            </a:pPr>
            <a:r>
              <a:rPr sz="5700" b="1">
                <a:solidFill>
                  <a:srgbClr val="143D5C"/>
                </a:solidFill>
                <a:latin typeface="DM Sans"/>
                <a:ea typeface="DM Sans"/>
                <a:cs typeface="DM Sans"/>
              </a:rPr>
              <a:t>title</a:t>
            </a:r>
          </a:p>
        </p:txBody>
      </p:sp>
      <p:sp>
        <p:nvSpPr>
          <p:cNvPr id="2" name="Meeting or subtitle">
            <a:extLst xmlns:a="http://schemas.openxmlformats.org/drawingml/2006/main">
              <a:ext uri="{FF2B5EF4-FFF2-40B4-BE49-F238E27FC236}">
                <a16:creationId xmlns:a16="http://schemas.microsoft.com/office/drawing/2014/main" id="{092937C0-9090-4DB2-8103-DC9C3C8C63EB}"/>
              </a:ext>
            </a:extLst>
          </p:cNvPr>
          <p:cNvSpPr>
            <a:spLocks xmlns:a="http://schemas.openxmlformats.org/drawingml/2006/main" noGrp="1"/>
          </p:cNvSpPr>
          <p:nvPr>
            <p:ph type="subTitle" idx="1"/>
          </p:nvPr>
        </p:nvSpPr>
        <p:spPr>
          <a:xfrm xmlns:a="http://schemas.openxmlformats.org/drawingml/2006/main">
            <a:off x="723900" y="38481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43D5C"/>
                </a:solidFill>
                <a:latin typeface="DM Sans"/>
                <a:ea typeface="DM Sans"/>
                <a:cs typeface="DM Sans"/>
              </a:defRPr>
            </a:pPr>
            <a:r>
              <a:rPr sz="2250" b="0">
                <a:solidFill>
                  <a:srgbClr val="143D5C"/>
                </a:solidFill>
                <a:latin typeface="DM Sans"/>
                <a:ea typeface="DM Sans"/>
                <a:cs typeface="DM Sans"/>
              </a:rPr>
              <a:t>Meeting name or subtitle</a:t>
            </a:r>
          </a:p>
        </p:txBody>
      </p:sp>
      <p:sp>
        <p:nvSpPr>
          <p:cNvPr id="3" name="Presenter">
            <a:extLst xmlns:a="http://schemas.openxmlformats.org/drawingml/2006/main">
              <a:ext uri="{FF2B5EF4-FFF2-40B4-BE49-F238E27FC236}">
                <a16:creationId xmlns:a16="http://schemas.microsoft.com/office/drawing/2014/main" id="{3859C6E1-E091-4B6F-A9E8-E160785693BD}"/>
              </a:ext>
            </a:extLst>
          </p:cNvPr>
          <p:cNvSpPr>
            <a:spLocks xmlns:a="http://schemas.openxmlformats.org/drawingml/2006/main" noGrp="1"/>
          </p:cNvSpPr>
          <p:nvPr>
            <p:ph type="body" idx="2"/>
          </p:nvPr>
        </p:nvSpPr>
        <p:spPr>
          <a:xfrm xmlns:a="http://schemas.openxmlformats.org/drawingml/2006/main">
            <a:off x="723900" y="5114925"/>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1414"/>
                </a:solidFill>
                <a:latin typeface="DM Sans"/>
                <a:ea typeface="DM Sans"/>
                <a:cs typeface="DM Sans"/>
              </a:defRPr>
            </a:pPr>
            <a:r>
              <a:rPr sz="1725" b="0">
                <a:solidFill>
                  <a:srgbClr val="141414"/>
                </a:solidFill>
                <a:latin typeface="DM Sans"/>
                <a:ea typeface="DM Sans"/>
                <a:cs typeface="DM Sans"/>
              </a:rPr>
              <a:t>Presenter name</a:t>
            </a:r>
          </a:p>
        </p:txBody>
      </p:sp>
      <p:sp>
        <p:nvSpPr>
          <p:cNvPr id="4" name="Date">
            <a:extLst xmlns:a="http://schemas.openxmlformats.org/drawingml/2006/main">
              <a:ext uri="{FF2B5EF4-FFF2-40B4-BE49-F238E27FC236}">
                <a16:creationId xmlns:a16="http://schemas.microsoft.com/office/drawing/2014/main" id="{1B77C213-86DC-42A3-B5A7-132286865CC2}"/>
              </a:ext>
            </a:extLst>
          </p:cNvPr>
          <p:cNvSpPr>
            <a:spLocks xmlns:a="http://schemas.openxmlformats.org/drawingml/2006/main" noGrp="1"/>
          </p:cNvSpPr>
          <p:nvPr>
            <p:ph type="body" idx="3"/>
          </p:nvPr>
        </p:nvSpPr>
        <p:spPr>
          <a:xfrm xmlns:a="http://schemas.openxmlformats.org/drawingml/2006/main">
            <a:off x="723900" y="54959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43D5C"/>
                </a:solidFill>
                <a:latin typeface="DM Sans"/>
                <a:ea typeface="DM Sans"/>
                <a:cs typeface="DM Sans"/>
              </a:defRPr>
            </a:pPr>
            <a:r>
              <a:rPr sz="1575" b="0">
                <a:solidFill>
                  <a:srgbClr val="143D5C"/>
                </a:solidFill>
                <a:latin typeface="DM Sans"/>
                <a:ea typeface="DM Sans"/>
                <a:cs typeface="DM Sans"/>
              </a:rPr>
              <a:t>Date</a:t>
            </a:r>
          </a:p>
        </p:txBody>
      </p:sp>
    </p:spTree>
    <p:extLst>
      <p:ext uri="{BB962C8B-B14F-4D97-AF65-F5344CB8AC3E}">
        <p14:creationId xmlns:p14="http://schemas.microsoft.com/office/powerpoint/2010/main" val="10938487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Section number">
            <a:extLst xmlns:a="http://schemas.openxmlformats.org/drawingml/2006/main">
              <a:ext uri="{FF2B5EF4-FFF2-40B4-BE49-F238E27FC236}">
                <a16:creationId xmlns:a16="http://schemas.microsoft.com/office/drawing/2014/main" id="{C2BDCB6A-6A34-47AC-BA77-F0F6AB8C81FC}"/>
              </a:ext>
            </a:extLst>
          </p:cNvPr>
          <p:cNvSpPr>
            <a:spLocks xmlns:a="http://schemas.openxmlformats.org/drawingml/2006/main" noGrp="1"/>
          </p:cNvSpPr>
          <p:nvPr>
            <p:ph type="body" idx="1"/>
          </p:nvPr>
        </p:nvSpPr>
        <p:spPr>
          <a:xfrm xmlns:a="http://schemas.openxmlformats.org/drawingml/2006/main">
            <a:off x="685800" y="1619250"/>
            <a:ext cx="142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05929"/>
                </a:solidFill>
                <a:latin typeface="DM Sans"/>
                <a:ea typeface="DM Sans"/>
                <a:cs typeface="DM Sans"/>
              </a:defRPr>
            </a:pPr>
            <a:r>
              <a:rPr sz="5400" b="1">
                <a:solidFill>
                  <a:srgbClr val="F05929"/>
                </a:solidFill>
                <a:latin typeface="DM Sans"/>
                <a:ea typeface="DM Sans"/>
                <a:cs typeface="DM Sans"/>
              </a:rPr>
              <a:t>01</a:t>
            </a:r>
          </a:p>
        </p:txBody>
      </p:sp>
      <p:sp>
        <p:nvSpPr>
          <p:cNvPr id="2" name="Section title">
            <a:extLst xmlns:a="http://schemas.openxmlformats.org/drawingml/2006/main">
              <a:ext uri="{FF2B5EF4-FFF2-40B4-BE49-F238E27FC236}">
                <a16:creationId xmlns:a16="http://schemas.microsoft.com/office/drawing/2014/main" id="{73E6915C-CF06-4B60-B51C-72D1DA151DF9}"/>
              </a:ext>
            </a:extLst>
          </p:cNvPr>
          <p:cNvSpPr>
            <a:spLocks xmlns:a="http://schemas.openxmlformats.org/drawingml/2006/main" noGrp="1"/>
          </p:cNvSpPr>
          <p:nvPr>
            <p:ph type="title" idx="0"/>
          </p:nvPr>
        </p:nvSpPr>
        <p:spPr>
          <a:xfrm xmlns:a="http://schemas.openxmlformats.org/drawingml/2006/main">
            <a:off x="685800" y="28384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43D5C"/>
                </a:solidFill>
                <a:latin typeface="DM Sans"/>
                <a:ea typeface="DM Sans"/>
                <a:cs typeface="DM Sans"/>
              </a:defRPr>
            </a:pPr>
            <a:r>
              <a:rPr sz="4800" b="1">
                <a:solidFill>
                  <a:srgbClr val="143D5C"/>
                </a:solidFill>
                <a:latin typeface="DM Sans"/>
                <a:ea typeface="DM Sans"/>
                <a:cs typeface="DM Sans"/>
              </a:rPr>
              <a:t>Section title</a:t>
            </a:r>
          </a:p>
        </p:txBody>
      </p:sp>
      <p:sp>
        <p:nvSpPr>
          <p:cNvPr id="3" name="Section introduction">
            <a:extLst xmlns:a="http://schemas.openxmlformats.org/drawingml/2006/main">
              <a:ext uri="{FF2B5EF4-FFF2-40B4-BE49-F238E27FC236}">
                <a16:creationId xmlns:a16="http://schemas.microsoft.com/office/drawing/2014/main" id="{47D46861-46C8-41D8-8C75-693D50F70E8A}"/>
              </a:ext>
            </a:extLst>
          </p:cNvPr>
          <p:cNvSpPr>
            <a:spLocks xmlns:a="http://schemas.openxmlformats.org/drawingml/2006/main" noGrp="1"/>
          </p:cNvSpPr>
          <p:nvPr>
            <p:ph type="subTitle" idx="2"/>
          </p:nvPr>
        </p:nvSpPr>
        <p:spPr>
          <a:xfrm xmlns:a="http://schemas.openxmlformats.org/drawingml/2006/main">
            <a:off x="723900" y="407670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43D5C"/>
                </a:solidFill>
                <a:latin typeface="DM Sans"/>
                <a:ea typeface="DM Sans"/>
                <a:cs typeface="DM Sans"/>
              </a:defRPr>
            </a:pPr>
            <a:r>
              <a:rPr sz="2250" b="0">
                <a:solidFill>
                  <a:srgbClr val="143D5C"/>
                </a:solidFill>
                <a:latin typeface="DM Sans"/>
                <a:ea typeface="DM Sans"/>
                <a:cs typeface="DM Sans"/>
              </a:rPr>
              <a:t>Optional short introduction</a:t>
            </a:r>
          </a:p>
        </p:txBody>
      </p:sp>
    </p:spTree>
    <p:extLst>
      <p:ext uri="{BB962C8B-B14F-4D97-AF65-F5344CB8AC3E}">
        <p14:creationId xmlns:p14="http://schemas.microsoft.com/office/powerpoint/2010/main" val="12048908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030C2F06-B7A6-4F40-8122-1127D77535D0}"/>
              </a:ext>
            </a:extLst>
          </p:cNvPr>
          <p:cNvSpPr>
            <a:spLocks xmlns:a="http://schemas.openxmlformats.org/drawingml/2006/main" noGrp="1"/>
          </p:cNvSpPr>
          <p:nvPr>
            <p:ph type="title" idx="0"/>
          </p:nvPr>
        </p:nvSpPr>
        <p:spPr>
          <a:xfrm xmlns:a="http://schemas.openxmlformats.org/drawingml/2006/main">
            <a:off x="685800" y="60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43D5C"/>
                </a:solidFill>
                <a:latin typeface="DM Sans"/>
                <a:ea typeface="DM Sans"/>
                <a:cs typeface="DM Sans"/>
              </a:defRPr>
            </a:pPr>
            <a:r>
              <a:rPr sz="3600" b="1">
                <a:solidFill>
                  <a:srgbClr val="143D5C"/>
                </a:solidFill>
                <a:latin typeface="DM Sans"/>
                <a:ea typeface="DM Sans"/>
                <a:cs typeface="DM Sans"/>
              </a:rPr>
              <a:t>Slide title</a:t>
            </a:r>
          </a:p>
        </p:txBody>
      </p:sp>
      <p:sp>
        <p:nvSpPr>
          <p:cNvPr id="2" name="Main content">
            <a:extLst xmlns:a="http://schemas.openxmlformats.org/drawingml/2006/main">
              <a:ext uri="{FF2B5EF4-FFF2-40B4-BE49-F238E27FC236}">
                <a16:creationId xmlns:a16="http://schemas.microsoft.com/office/drawing/2014/main" id="{999120F3-EDE3-4FC4-9D97-59C9F1B36ED3}"/>
              </a:ext>
            </a:extLst>
          </p:cNvPr>
          <p:cNvSpPr>
            <a:spLocks xmlns:a="http://schemas.openxmlformats.org/drawingml/2006/main" noGrp="1"/>
          </p:cNvSpPr>
          <p:nvPr>
            <p:ph type="body" idx="1"/>
          </p:nvPr>
        </p:nvSpPr>
        <p:spPr>
          <a:xfrm xmlns:a="http://schemas.openxmlformats.org/drawingml/2006/main">
            <a:off x="723900" y="1943100"/>
            <a:ext cx="102870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41414"/>
                </a:solidFill>
                <a:latin typeface="DM Sans"/>
                <a:ea typeface="DM Sans"/>
                <a:cs typeface="DM Sans"/>
              </a:defRPr>
            </a:pPr>
            <a:r>
              <a:rPr sz="2250" b="0">
                <a:solidFill>
                  <a:srgbClr val="141414"/>
                </a:solidFill>
                <a:latin typeface="DM Sans"/>
                <a:ea typeface="DM Sans"/>
                <a:cs typeface="DM Sans"/>
              </a:rPr>
              <a:t>Add your key message</a:t>
            </a:r>
          </a:p>
          <a:p xmlns:a="http://schemas.openxmlformats.org/drawingml/2006/main">
            <a:r>
              <a:t/>
            </a:r>
          </a:p>
          <a:p xmlns:a="http://schemas.openxmlformats.org/drawingml/2006/main">
            <a:pPr algn="l">
              <a:defRPr sz="2250" b="0">
                <a:solidFill>
                  <a:srgbClr val="141414"/>
                </a:solidFill>
                <a:latin typeface="DM Sans"/>
                <a:ea typeface="DM Sans"/>
                <a:cs typeface="DM Sans"/>
              </a:defRPr>
            </a:pPr>
            <a:r>
              <a:rPr sz="2250" b="0">
                <a:solidFill>
                  <a:srgbClr val="141414"/>
                </a:solidFill>
                <a:latin typeface="DM Sans"/>
                <a:ea typeface="DM Sans"/>
                <a:cs typeface="DM Sans"/>
              </a:rPr>
              <a:t>Add supporting information</a:t>
            </a:r>
          </a:p>
          <a:p xmlns:a="http://schemas.openxmlformats.org/drawingml/2006/main">
            <a:r>
              <a:t/>
            </a:r>
          </a:p>
          <a:p xmlns:a="http://schemas.openxmlformats.org/drawingml/2006/main">
            <a:pPr algn="l">
              <a:defRPr sz="2250" b="0">
                <a:solidFill>
                  <a:srgbClr val="141414"/>
                </a:solidFill>
                <a:latin typeface="DM Sans"/>
                <a:ea typeface="DM Sans"/>
                <a:cs typeface="DM Sans"/>
              </a:defRPr>
            </a:pPr>
            <a:r>
              <a:rPr sz="2250" b="0">
                <a:solidFill>
                  <a:srgbClr val="141414"/>
                </a:solidFill>
                <a:latin typeface="DM Sans"/>
                <a:ea typeface="DM Sans"/>
                <a:cs typeface="DM Sans"/>
              </a:rPr>
              <a:t>Add the next step or decision</a:t>
            </a:r>
          </a:p>
        </p:txBody>
      </p:sp>
      <p:sp>
        <p:nvSpPr>
          <p:cNvPr id="3" name="Source or note">
            <a:extLst xmlns:a="http://schemas.openxmlformats.org/drawingml/2006/main">
              <a:ext uri="{FF2B5EF4-FFF2-40B4-BE49-F238E27FC236}">
                <a16:creationId xmlns:a16="http://schemas.microsoft.com/office/drawing/2014/main" id="{F0155F83-C828-4517-A244-9E49CA48AD42}"/>
              </a:ext>
            </a:extLst>
          </p:cNvPr>
          <p:cNvSpPr>
            <a:spLocks xmlns:a="http://schemas.openxmlformats.org/drawingml/2006/main" noGrp="1"/>
          </p:cNvSpPr>
          <p:nvPr>
            <p:ph type="body" idx="2"/>
          </p:nvPr>
        </p:nvSpPr>
        <p:spPr>
          <a:xfrm xmlns:a="http://schemas.openxmlformats.org/drawingml/2006/main">
            <a:off x="723900" y="6038850"/>
            <a:ext cx="800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3D5C"/>
                </a:solidFill>
                <a:latin typeface="DM Sans"/>
                <a:ea typeface="DM Sans"/>
                <a:cs typeface="DM Sans"/>
              </a:defRPr>
            </a:pPr>
            <a:r>
              <a:rPr sz="1350" b="0">
                <a:solidFill>
                  <a:srgbClr val="143D5C"/>
                </a:solidFill>
                <a:latin typeface="DM Sans"/>
                <a:ea typeface="DM Sans"/>
                <a:cs typeface="DM Sans"/>
              </a:rPr>
              <a:t>Source or note (optional)</a:t>
            </a:r>
          </a:p>
        </p:txBody>
      </p:sp>
    </p:spTree>
    <p:extLst>
      <p:ext uri="{BB962C8B-B14F-4D97-AF65-F5344CB8AC3E}">
        <p14:creationId xmlns:p14="http://schemas.microsoft.com/office/powerpoint/2010/main" val="5489001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FADFCBA0-9125-4B45-A904-CDE21E2D0103}"/>
              </a:ext>
            </a:extLst>
          </p:cNvPr>
          <p:cNvSpPr>
            <a:spLocks xmlns:a="http://schemas.openxmlformats.org/drawingml/2006/main" noGrp="1"/>
          </p:cNvSpPr>
          <p:nvPr>
            <p:ph type="title" idx="0"/>
          </p:nvPr>
        </p:nvSpPr>
        <p:spPr>
          <a:xfrm xmlns:a="http://schemas.openxmlformats.org/drawingml/2006/main">
            <a:off x="685800" y="60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43D5C"/>
                </a:solidFill>
                <a:latin typeface="DM Sans"/>
                <a:ea typeface="DM Sans"/>
                <a:cs typeface="DM Sans"/>
              </a:defRPr>
            </a:pPr>
            <a:r>
              <a:rPr sz="3600" b="1">
                <a:solidFill>
                  <a:srgbClr val="143D5C"/>
                </a:solidFill>
                <a:latin typeface="DM Sans"/>
                <a:ea typeface="DM Sans"/>
                <a:cs typeface="DM Sans"/>
              </a:rPr>
              <a:t>Slide title</a:t>
            </a:r>
          </a:p>
        </p:txBody>
      </p:sp>
      <p:sp>
        <p:nvSpPr>
          <p:cNvPr id="2" name="Left heading">
            <a:extLst xmlns:a="http://schemas.openxmlformats.org/drawingml/2006/main">
              <a:ext uri="{FF2B5EF4-FFF2-40B4-BE49-F238E27FC236}">
                <a16:creationId xmlns:a16="http://schemas.microsoft.com/office/drawing/2014/main" id="{2636027D-CB69-490A-AD08-7D78C1C04F84}"/>
              </a:ext>
            </a:extLst>
          </p:cNvPr>
          <p:cNvSpPr>
            <a:spLocks xmlns:a="http://schemas.openxmlformats.org/drawingml/2006/main" noGrp="1"/>
          </p:cNvSpPr>
          <p:nvPr>
            <p:ph type="body" idx="1"/>
          </p:nvPr>
        </p:nvSpPr>
        <p:spPr>
          <a:xfrm xmlns:a="http://schemas.openxmlformats.org/drawingml/2006/main">
            <a:off x="723900" y="1885950"/>
            <a:ext cx="4838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D5C"/>
                </a:solidFill>
                <a:latin typeface="DM Sans"/>
                <a:ea typeface="DM Sans"/>
                <a:cs typeface="DM Sans"/>
              </a:defRPr>
            </a:pPr>
            <a:r>
              <a:rPr sz="2250" b="1">
                <a:solidFill>
                  <a:srgbClr val="143D5C"/>
                </a:solidFill>
                <a:latin typeface="DM Sans"/>
                <a:ea typeface="DM Sans"/>
                <a:cs typeface="DM Sans"/>
              </a:rPr>
              <a:t>Column heading</a:t>
            </a:r>
          </a:p>
        </p:txBody>
      </p:sp>
      <p:sp>
        <p:nvSpPr>
          <p:cNvPr id="3" name="Left content">
            <a:extLst xmlns:a="http://schemas.openxmlformats.org/drawingml/2006/main">
              <a:ext uri="{FF2B5EF4-FFF2-40B4-BE49-F238E27FC236}">
                <a16:creationId xmlns:a16="http://schemas.microsoft.com/office/drawing/2014/main" id="{ADC10DE0-0D9E-43EA-B66A-6AF29C105C3D}"/>
              </a:ext>
            </a:extLst>
          </p:cNvPr>
          <p:cNvSpPr>
            <a:spLocks xmlns:a="http://schemas.openxmlformats.org/drawingml/2006/main" noGrp="1"/>
          </p:cNvSpPr>
          <p:nvPr>
            <p:ph type="body" idx="2"/>
          </p:nvPr>
        </p:nvSpPr>
        <p:spPr>
          <a:xfrm xmlns:a="http://schemas.openxmlformats.org/drawingml/2006/main">
            <a:off x="723900" y="2571750"/>
            <a:ext cx="48387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1414"/>
                </a:solidFill>
                <a:latin typeface="DM Sans"/>
                <a:ea typeface="DM Sans"/>
                <a:cs typeface="DM Sans"/>
              </a:defRPr>
            </a:pPr>
            <a:r>
              <a:rPr sz="2100" b="0">
                <a:solidFill>
                  <a:srgbClr val="141414"/>
                </a:solidFill>
                <a:latin typeface="DM Sans"/>
                <a:ea typeface="DM Sans"/>
                <a:cs typeface="DM Sans"/>
              </a:rPr>
              <a:t>Add key points or</a:t>
            </a:r>
          </a:p>
          <a:p xmlns:a="http://schemas.openxmlformats.org/drawingml/2006/main">
            <a:pPr algn="l">
              <a:defRPr sz="2100" b="0">
                <a:solidFill>
                  <a:srgbClr val="141414"/>
                </a:solidFill>
                <a:latin typeface="DM Sans"/>
                <a:ea typeface="DM Sans"/>
                <a:cs typeface="DM Sans"/>
              </a:defRPr>
            </a:pPr>
            <a:r>
              <a:rPr sz="2100" b="0">
                <a:solidFill>
                  <a:srgbClr val="141414"/>
                </a:solidFill>
                <a:latin typeface="DM Sans"/>
                <a:ea typeface="DM Sans"/>
                <a:cs typeface="DM Sans"/>
              </a:rPr>
              <a:t>supporting information</a:t>
            </a:r>
          </a:p>
        </p:txBody>
      </p:sp>
      <p:sp>
        <p:nvSpPr>
          <p:cNvPr id="4" name="Right heading">
            <a:extLst xmlns:a="http://schemas.openxmlformats.org/drawingml/2006/main">
              <a:ext uri="{FF2B5EF4-FFF2-40B4-BE49-F238E27FC236}">
                <a16:creationId xmlns:a16="http://schemas.microsoft.com/office/drawing/2014/main" id="{15E5561A-CE9D-4EBA-BF70-B2AD7ED6A400}"/>
              </a:ext>
            </a:extLst>
          </p:cNvPr>
          <p:cNvSpPr>
            <a:spLocks xmlns:a="http://schemas.openxmlformats.org/drawingml/2006/main" noGrp="1"/>
          </p:cNvSpPr>
          <p:nvPr>
            <p:ph type="body" idx="3"/>
          </p:nvPr>
        </p:nvSpPr>
        <p:spPr>
          <a:xfrm xmlns:a="http://schemas.openxmlformats.org/drawingml/2006/main">
            <a:off x="6515100" y="1885950"/>
            <a:ext cx="4914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D5C"/>
                </a:solidFill>
                <a:latin typeface="DM Sans"/>
                <a:ea typeface="DM Sans"/>
                <a:cs typeface="DM Sans"/>
              </a:defRPr>
            </a:pPr>
            <a:r>
              <a:rPr sz="2250" b="1">
                <a:solidFill>
                  <a:srgbClr val="143D5C"/>
                </a:solidFill>
                <a:latin typeface="DM Sans"/>
                <a:ea typeface="DM Sans"/>
                <a:cs typeface="DM Sans"/>
              </a:rPr>
              <a:t>Column heading</a:t>
            </a:r>
          </a:p>
        </p:txBody>
      </p:sp>
      <p:sp>
        <p:nvSpPr>
          <p:cNvPr id="5" name="Right content">
            <a:extLst xmlns:a="http://schemas.openxmlformats.org/drawingml/2006/main">
              <a:ext uri="{FF2B5EF4-FFF2-40B4-BE49-F238E27FC236}">
                <a16:creationId xmlns:a16="http://schemas.microsoft.com/office/drawing/2014/main" id="{833777ED-D61A-4E46-AC4D-86021D4C01B2}"/>
              </a:ext>
            </a:extLst>
          </p:cNvPr>
          <p:cNvSpPr>
            <a:spLocks xmlns:a="http://schemas.openxmlformats.org/drawingml/2006/main" noGrp="1"/>
          </p:cNvSpPr>
          <p:nvPr>
            <p:ph type="body" idx="4"/>
          </p:nvPr>
        </p:nvSpPr>
        <p:spPr>
          <a:xfrm xmlns:a="http://schemas.openxmlformats.org/drawingml/2006/main">
            <a:off x="6515100" y="2571750"/>
            <a:ext cx="49149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1414"/>
                </a:solidFill>
                <a:latin typeface="DM Sans"/>
                <a:ea typeface="DM Sans"/>
                <a:cs typeface="DM Sans"/>
              </a:defRPr>
            </a:pPr>
            <a:r>
              <a:rPr sz="2100" b="0">
                <a:solidFill>
                  <a:srgbClr val="141414"/>
                </a:solidFill>
                <a:latin typeface="DM Sans"/>
                <a:ea typeface="DM Sans"/>
                <a:cs typeface="DM Sans"/>
              </a:rPr>
              <a:t>Add key points, a chart,</a:t>
            </a:r>
          </a:p>
          <a:p xmlns:a="http://schemas.openxmlformats.org/drawingml/2006/main">
            <a:pPr algn="l">
              <a:defRPr sz="2100" b="0">
                <a:solidFill>
                  <a:srgbClr val="141414"/>
                </a:solidFill>
                <a:latin typeface="DM Sans"/>
                <a:ea typeface="DM Sans"/>
                <a:cs typeface="DM Sans"/>
              </a:defRPr>
            </a:pPr>
            <a:r>
              <a:rPr sz="2100" b="0">
                <a:solidFill>
                  <a:srgbClr val="141414"/>
                </a:solidFill>
                <a:latin typeface="DM Sans"/>
                <a:ea typeface="DM Sans"/>
                <a:cs typeface="DM Sans"/>
              </a:rPr>
              <a:t>table or image</a:t>
            </a:r>
          </a:p>
        </p:txBody>
      </p:sp>
      <p:sp>
        <p:nvSpPr>
          <p:cNvPr id="6" name="Source or note">
            <a:extLst xmlns:a="http://schemas.openxmlformats.org/drawingml/2006/main">
              <a:ext uri="{FF2B5EF4-FFF2-40B4-BE49-F238E27FC236}">
                <a16:creationId xmlns:a16="http://schemas.microsoft.com/office/drawing/2014/main" id="{E646228F-DADC-41E6-AF98-A30B039D9852}"/>
              </a:ext>
            </a:extLst>
          </p:cNvPr>
          <p:cNvSpPr>
            <a:spLocks xmlns:a="http://schemas.openxmlformats.org/drawingml/2006/main" noGrp="1"/>
          </p:cNvSpPr>
          <p:nvPr>
            <p:ph type="body" idx="5"/>
          </p:nvPr>
        </p:nvSpPr>
        <p:spPr>
          <a:xfrm xmlns:a="http://schemas.openxmlformats.org/drawingml/2006/main">
            <a:off x="723900" y="6038850"/>
            <a:ext cx="800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3D5C"/>
                </a:solidFill>
                <a:latin typeface="DM Sans"/>
                <a:ea typeface="DM Sans"/>
                <a:cs typeface="DM Sans"/>
              </a:defRPr>
            </a:pPr>
            <a:r>
              <a:rPr sz="1350" b="0">
                <a:solidFill>
                  <a:srgbClr val="143D5C"/>
                </a:solidFill>
                <a:latin typeface="DM Sans"/>
                <a:ea typeface="DM Sans"/>
                <a:cs typeface="DM Sans"/>
              </a:rPr>
              <a:t>Source or note (optional)</a:t>
            </a:r>
          </a:p>
        </p:txBody>
      </p:sp>
    </p:spTree>
    <p:extLst>
      <p:ext uri="{BB962C8B-B14F-4D97-AF65-F5344CB8AC3E}">
        <p14:creationId xmlns:p14="http://schemas.microsoft.com/office/powerpoint/2010/main" val="1177388610"/>
      </p:ext>
    </p:extLst>
  </p:cSld>
</p:sld>
</file>

<file path=ppt/theme/theme1.xml><?xml version="1.0" encoding="utf-8"?>
<a:theme xmlns:a="http://schemas.openxmlformats.org/drawingml/2006/main" name="EFC">
  <a:themeElements>
    <a:clrScheme name="EFC Light">
      <a:dk1>
        <a:srgbClr val="141414"/>
      </a:dk1>
      <a:lt1>
        <a:srgbClr val="FFFFFF"/>
      </a:lt1>
      <a:dk2>
        <a:srgbClr val="143D5C"/>
      </a:dk2>
      <a:lt2>
        <a:srgbClr val="BCD6E3"/>
      </a:lt2>
      <a:accent1>
        <a:srgbClr val="143D5C"/>
      </a:accent1>
      <a:accent2>
        <a:srgbClr val="F05929"/>
      </a:accent2>
      <a:accent3>
        <a:srgbClr val="BCD6E3"/>
      </a:accent3>
      <a:accent4>
        <a:srgbClr val="141414"/>
      </a:accent4>
      <a:accent5>
        <a:srgbClr val="143D5C"/>
      </a:accent5>
      <a:accent6>
        <a:srgbClr val="BCD6E3"/>
      </a:accent6>
      <a:hlink>
        <a:srgbClr val="143D5C"/>
      </a:hlink>
      <a:folHlink>
        <a:srgbClr val="F05929"/>
      </a:folHlink>
    </a:clrScheme>
    <a:fontScheme name="">
      <a:majorFont>
        <a:latin typeface="DM Sans"/>
        <a:ea typeface=""/>
        <a:cs typeface=""/>
      </a:majorFont>
      <a:minorFont>
        <a:latin typeface="DM Sans"/>
        <a:ea typeface=""/>
        <a:cs typeface=""/>
      </a:minorFont>
    </a:fontScheme>
    <a:fmtScheme name="EFC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2026-10-06T20:07:40.7670000Z</dcterms:created>
  <dcterms:modified xsi:type="dcterms:W3CDTF">2026-10-06T20:07:40.7670000Z</dcterms:modified>
</coreProperties>
</file>